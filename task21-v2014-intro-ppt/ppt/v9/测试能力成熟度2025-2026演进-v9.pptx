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653EC-D8DB-42B3-45B9-9170A0A80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AFA61A-B0EC-49E3-E75C-5465868EA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BD4D25-8238-DA51-E378-8FF5362D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19A3C-223D-63BB-A9BD-AFD024B4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787666-F136-A410-2865-BB17903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59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8E2F3-2760-67E7-D49A-43F8B9BC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BCB0DE-F330-E551-3BEC-0DF0A6030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9D0E9-B556-DB56-EE70-F639F202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453E2-CE0A-9BEB-0092-F6DEBC3F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F3FB1-FE31-EFE3-DE75-1A3BC383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294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E02EC-1EE9-7A01-490C-5E3D4FE60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AB829E-EAF4-2A30-509C-4ED662429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AF48A-C39C-27F3-C73A-A6F2C45C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A9AD5-58C8-C641-E092-5E97A8DE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CBA61-110A-B477-7C31-71E2CEC0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92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1B53F-387E-9579-7309-1CA77C28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F75B1-06E6-B9B1-D795-1A67148B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0C6B32-A074-C3C0-C740-CF2DCEE1A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371B6C-CE4B-FFFA-7BF9-054AF918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1B87EB-77A4-A970-E5F0-A324AA8B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D329D-880A-2222-CDD1-E1607841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02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6264D1-B380-80FB-33C3-625F09C1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2EDB1-2717-A8B2-167D-66D4EA645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B5864E-F3E8-A2F9-B13D-DFE5DACF0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D7FDA7-8E94-00EA-4BC9-4EDDD3ED0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CF419A-EABC-1D89-9933-6D4EF9995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7447AF-E7A2-2010-3DD1-0B173BF3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69EC3B-2706-F39E-AFA7-E02005CA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3A337E-9C10-6F10-0B5C-B689D2CE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90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909CB-FF19-C07E-32A7-09CA2F34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AC130B-D5AE-0874-15BD-918E75CD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713F7F-CB97-3B37-E1D5-04865A87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9705E8-6779-5919-6F55-94B0782B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198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7D48B2-1B1C-FA72-4E4C-C67CA8B3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8C0E27-BD77-F70A-AF05-D788D716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EFFBD1-E242-218A-1021-ADFE2BB3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5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AA776-FA3D-FE5B-0AFB-1B510F876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6206B4-AF40-ED71-7B90-4BD0BF2BB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6B7694-6588-247B-E544-582C17A85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23C09B-1694-06DF-5670-3A50BB9F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67FC6C-3F0F-5A8D-4A5A-5AD0A55C0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B8F310-189C-0BFE-F131-D2029962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7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0B302-9113-968B-D8AC-39A142CD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E3B6A3-5D4F-8BE3-2EC7-57BB6CD98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E91AA9-6E9E-FDA2-454D-A29BDD35A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FF8FE8-F8CC-8B50-6DC0-B92BA399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A4D7F9-6AAC-0AC3-C73F-E69197F7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6DC716-5975-6C1E-0889-7CE3B805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62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BB118-9053-586E-3B1C-EFBD7121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E09280-0013-1831-CC07-D42ABEEA8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E2D28-6F09-F642-D62F-851E944C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95465-7614-26DC-4F8B-A3B78838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3B78A0-887F-50A9-82B8-F968B336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096338-2125-7693-E560-A54568ED05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CB3A8A-8F88-7FD6-A790-5A5B34184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50379-63FA-AD69-68C6-A6A96F63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5E7AC4-F0B0-B9D7-F937-AEAE270F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3DD59-5498-BD1C-1496-738D2CEA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961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8FA73F-4763-52F9-FA66-A769DE27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9E691-9BE0-4932-7F7E-38DF356A9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D87E3-B4EE-C0EB-FCAA-50C6E3555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5619-20F0-4ECD-88DB-7F0E5617A794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52FA2-C6E6-40CF-F5E6-A282F1669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40309-1C89-A252-CCD6-68BA3AE1E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1E981-9ED5-4DBB-B776-F33B684F7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37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AAC5BB-11DA-D870-3ADD-7272A06CC4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98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d</dc:creator>
  <cp:lastModifiedBy>qy d</cp:lastModifiedBy>
  <cp:revision>1</cp:revision>
  <dcterms:created xsi:type="dcterms:W3CDTF">2026-09-03T09:26:05Z</dcterms:created>
  <dcterms:modified xsi:type="dcterms:W3CDTF">2026-09-03T09:26:05Z</dcterms:modified>
</cp:coreProperties>
</file>